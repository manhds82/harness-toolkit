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Harness is a governance layer for AI coding agents: keep the speed, regain security, control and visibility.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4937760" cy="4937760"/>
          </a:xfrm>
          <a:prstGeom prst="ellipse">
            <a:avLst/>
          </a:prstGeom>
          <a:solidFill>
            <a:srgbClr val="16213B"/>
          </a:solidFill>
          <a:ln/>
        </p:spPr>
      </p:sp>
      <p:sp>
        <p:nvSpPr>
          <p:cNvPr id="3" name="Shape 1"/>
          <p:cNvSpPr/>
          <p:nvPr/>
        </p:nvSpPr>
        <p:spPr>
          <a:xfrm>
            <a:off x="9646920" y="-685800"/>
            <a:ext cx="3200400" cy="3200400"/>
          </a:xfrm>
          <a:prstGeom prst="ellipse">
            <a:avLst/>
          </a:prstGeom>
          <a:solidFill>
            <a:srgbClr val="0E1524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45720"/>
            <a:ext cx="1737360" cy="17373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10378440" y="4572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77724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FOR AI-ASSISTED DEVELOPMENT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Harness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faster with AI coding agents — without giving up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control, or visibility.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1995221" cy="420624"/>
          </a:xfrm>
          <a:prstGeom prst="roundRect">
            <a:avLst>
              <a:gd name="adj" fmla="val 50000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434840"/>
            <a:ext cx="199522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default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55341" y="4434840"/>
            <a:ext cx="1726387" cy="420624"/>
          </a:xfrm>
          <a:prstGeom prst="roundRect">
            <a:avLst>
              <a:gd name="adj" fmla="val 50000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55341" y="4434840"/>
            <a:ext cx="17263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in minutes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864608" y="4434840"/>
            <a:ext cx="1815998" cy="420624"/>
          </a:xfrm>
          <a:prstGeom prst="roundRect">
            <a:avLst>
              <a:gd name="adj" fmla="val 50000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64608" y="4434840"/>
            <a:ext cx="18159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control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63486" y="4434840"/>
            <a:ext cx="2353666" cy="420624"/>
          </a:xfrm>
          <a:prstGeom prst="roundRect">
            <a:avLst>
              <a:gd name="adj" fmla="val 50000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63486" y="4434840"/>
            <a:ext cx="235366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&amp; cost visibility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Sy Manh  ·  standard-governance harness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powerful. Ungoverned, they are a liability.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640080" cy="640080"/>
          </a:xfrm>
          <a:prstGeom prst="ellipse">
            <a:avLst/>
          </a:prstGeom>
          <a:solidFill>
            <a:srgbClr val="FDECE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&amp; unauthorized actions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44144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 delete files, force-push or drop a table — nothing stops it by default.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92240" y="169164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12280" y="2057400"/>
            <a:ext cx="640080" cy="640080"/>
          </a:xfrm>
          <a:prstGeom prst="ellipse">
            <a:avLst/>
          </a:prstGeom>
          <a:solidFill>
            <a:srgbClr val="FDECEC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352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35240" y="244144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Instruction-overrides, jailbreaks and encoded payloads slip straight into the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114800"/>
            <a:ext cx="640080" cy="640080"/>
          </a:xfrm>
          <a:prstGeom prst="ellipse">
            <a:avLst/>
          </a:prstGeom>
          <a:solidFill>
            <a:srgbClr val="FDECE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91640" y="4069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token spend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49884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unknown until the invoice — no per-project, per-member breakdown.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74904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12280" y="4114800"/>
            <a:ext cx="640080" cy="640080"/>
          </a:xfrm>
          <a:prstGeom prst="ellipse">
            <a:avLst/>
          </a:prstGeom>
          <a:solidFill>
            <a:srgbClr val="FDECEC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35240" y="4069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35240" y="449884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ran what, when and why? Without a record there is no accountability.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bolt AI onto their workflow with zero guardrails — and hope for the best.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governance layer that wraps your AI coding 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Harness adds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policy, evaluation and audit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your agent — enforced by lifecycle hooks, driven by editable config, and recorded in an immutable ledger.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365760" cy="365760"/>
          </a:xfrm>
          <a:prstGeom prst="ellipse">
            <a:avLst/>
          </a:prstGeom>
          <a:solidFill>
            <a:srgbClr val="ECFDF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beat conventions in prose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950208"/>
            <a:ext cx="365760" cy="365760"/>
          </a:xfrm>
          <a:prstGeom prst="ellipse">
            <a:avLst/>
          </a:prstGeom>
          <a:solidFill>
            <a:srgbClr val="ECFDF9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950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3950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lives in data, not code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517136"/>
            <a:ext cx="365760" cy="365760"/>
          </a:xfrm>
          <a:prstGeom prst="ellipse">
            <a:avLst/>
          </a:prstGeom>
          <a:solidFill>
            <a:srgbClr val="ECFDF9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517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45171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for dangerous actions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084064"/>
            <a:ext cx="365760" cy="365760"/>
          </a:xfrm>
          <a:prstGeom prst="ellipse">
            <a:avLst/>
          </a:prstGeom>
          <a:solidFill>
            <a:srgbClr val="ECFDF9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5084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5084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enforced where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0" y="1737360"/>
            <a:ext cx="2834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95160" y="2029968"/>
            <a:ext cx="731520" cy="73152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0" y="3273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Block, scan, record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98280" y="1737360"/>
            <a:ext cx="2834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149840" y="2029968"/>
            <a:ext cx="731520" cy="73152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Text 22"/>
          <p:cNvSpPr/>
          <p:nvPr/>
        </p:nvSpPr>
        <p:spPr>
          <a:xfrm>
            <a:off x="1014984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098280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98280" y="3273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like a package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0" y="4114800"/>
            <a:ext cx="2834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95160" y="4407408"/>
            <a:ext cx="731520" cy="73152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9" name="Text 27"/>
          <p:cNvSpPr/>
          <p:nvPr/>
        </p:nvSpPr>
        <p:spPr>
          <a:xfrm>
            <a:off x="6995160" y="4407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943600" y="5257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observability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943600" y="5650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098280" y="4114800"/>
            <a:ext cx="2834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149840" y="4407408"/>
            <a:ext cx="731520" cy="73152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4" name="Text 32"/>
          <p:cNvSpPr/>
          <p:nvPr/>
        </p:nvSpPr>
        <p:spPr>
          <a:xfrm>
            <a:off x="10149840" y="4407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098280" y="5257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&amp; cost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098280" y="5650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&amp; visibility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0E152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enforced at the point of action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618488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side-effect passes through policy before it happens — and is recorded after.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48256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48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91056" y="2011680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guard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91056" y="2322576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destructive commands and high-risk tools by policy. Deny-by-default; 24 hardened patterns for RCE, disk-wipe and exfiltration.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92240" y="17373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766560" y="2048256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2048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534656" y="2011680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scanner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34656" y="2322576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instruction-override, role-jailbreak and encoded payloads before they reach the model.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22776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91056" y="3886200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4197096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API keys and credentials leaking into prompts or output.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92240" y="361188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0" y="3922776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34656" y="3886200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hash-chain ledger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34656" y="4197096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appended to a tamper-evident audit trail — identity + input/output hash.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CFDF9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block shows WHAT triggered it and WHY it was stopped — not just a red mark.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0E152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install like a package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618488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governed in an afternoon — Windows and macOS/Linux alike.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88820" y="2331720"/>
            <a:ext cx="822960" cy="8229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198882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5387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bundle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95935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drops in hooks, policies, the agent fleet and schemas — a versioned, hash-verified bundle.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42232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416552" y="196596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5292" y="2331720"/>
            <a:ext cx="822960" cy="8229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5765292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416552" y="32461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99432" y="35387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Portal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90872" y="395935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config file plus a per-project key. No servers to stand up on your side.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193024" y="196596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541764" y="2331720"/>
            <a:ext cx="822960" cy="8229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2" name="Text 20"/>
          <p:cNvSpPr/>
          <p:nvPr/>
        </p:nvSpPr>
        <p:spPr>
          <a:xfrm>
            <a:off x="9541764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193024" y="32461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75904" y="35387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syncs itself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467344" y="395935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is re-derived from your session transcripts and pushed automatically — self-healing, no babysitting.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5074920"/>
            <a:ext cx="10881360" cy="640080"/>
          </a:xfrm>
          <a:prstGeom prst="roundRect">
            <a:avLst>
              <a:gd name="adj" fmla="val 14286"/>
            </a:avLst>
          </a:prstGeom>
          <a:solidFill>
            <a:srgbClr val="ECFDF9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0749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data is rebuilt from the transcripts every sync — a missed session-end hook can no longer lose data.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0E152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 for every project, member &amp; provider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618488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Portal turns raw telemetry into answers you can act 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91056" y="197510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Multi-project &amp; multi-member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91056" y="228600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teams and projects; admin and member views with role-based access.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92240" y="173736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766560" y="20116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534656" y="197510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connections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34656" y="228600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multiple AI providers per project; keys encrypted at rest (BYOK).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685032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685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91056" y="3648456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incidents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959352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redacted offending prompt and a plain-language reason for every block.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92240" y="3410712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0" y="3685032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3685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34656" y="3648456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log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34656" y="3959352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queryable mirror of the hash-chained ledger — filter, sort, drill in.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metric, three windows: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023360" y="4828032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28" name="Text 26"/>
          <p:cNvSpPr/>
          <p:nvPr/>
        </p:nvSpPr>
        <p:spPr>
          <a:xfrm>
            <a:off x="4023360" y="4828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537960" y="4828032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43250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4828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month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52560" y="4828032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0E1524"/>
          </a:solidFill>
          <a:ln/>
        </p:spPr>
      </p:sp>
      <p:sp>
        <p:nvSpPr>
          <p:cNvPr id="32" name="Text 30"/>
          <p:cNvSpPr/>
          <p:nvPr/>
        </p:nvSpPr>
        <p:spPr>
          <a:xfrm>
            <a:off x="9052560" y="4828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All-time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CFDF9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cost, prompts and blocks — by today, this month and all-time — at a glance.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0E152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token spend before the invoice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618488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usage, set limits, and catch overruns early.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91056" y="197510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tokens &amp; 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91056" y="228600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which provider and connection consumed what.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92240" y="173736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766560" y="20116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534656" y="197510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with alerts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34656" y="228600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token/cost limits per project or member, with alert thresholds.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685032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685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91056" y="3648456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Time-windowed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959352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this month, all-time — spot spikes as they happen.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92240" y="3410712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0" y="3685032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3685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34656" y="3648456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BYOK, encrypted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34656" y="3959352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keys; envelope-encrypted at rest, never echoed back.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892040"/>
            <a:ext cx="2697480" cy="1234440"/>
          </a:xfrm>
          <a:prstGeom prst="roundRect">
            <a:avLst>
              <a:gd name="adj" fmla="val 7407"/>
            </a:avLst>
          </a:prstGeom>
          <a:solidFill>
            <a:srgbClr val="0E1524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983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548640" y="56875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windows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56432" y="4892040"/>
            <a:ext cx="2697480" cy="1234440"/>
          </a:xfrm>
          <a:prstGeom prst="roundRect">
            <a:avLst>
              <a:gd name="adj" fmla="val 7407"/>
            </a:avLst>
          </a:prstGeom>
          <a:solidFill>
            <a:srgbClr val="0E1524"/>
          </a:solidFill>
          <a:ln/>
        </p:spPr>
      </p:sp>
      <p:sp>
        <p:nvSpPr>
          <p:cNvPr id="30" name="Text 28"/>
          <p:cNvSpPr/>
          <p:nvPr/>
        </p:nvSpPr>
        <p:spPr>
          <a:xfrm>
            <a:off x="3456432" y="4983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3456432" y="56875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tracked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64224" y="4892040"/>
            <a:ext cx="2697480" cy="1234440"/>
          </a:xfrm>
          <a:prstGeom prst="roundRect">
            <a:avLst>
              <a:gd name="adj" fmla="val 7407"/>
            </a:avLst>
          </a:prstGeom>
          <a:solidFill>
            <a:srgbClr val="0E1524"/>
          </a:solidFill>
          <a:ln/>
        </p:spPr>
      </p:sp>
      <p:sp>
        <p:nvSpPr>
          <p:cNvPr id="33" name="Text 31"/>
          <p:cNvSpPr/>
          <p:nvPr/>
        </p:nvSpPr>
        <p:spPr>
          <a:xfrm>
            <a:off x="6364224" y="4983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6364224" y="56875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modes: push &amp; pull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272016" y="4892040"/>
            <a:ext cx="2697480" cy="1234440"/>
          </a:xfrm>
          <a:prstGeom prst="roundRect">
            <a:avLst>
              <a:gd name="adj" fmla="val 7407"/>
            </a:avLst>
          </a:prstGeom>
          <a:solidFill>
            <a:srgbClr val="0E1524"/>
          </a:solidFill>
          <a:ln/>
        </p:spPr>
      </p:sp>
      <p:sp>
        <p:nvSpPr>
          <p:cNvPr id="36" name="Text 34"/>
          <p:cNvSpPr/>
          <p:nvPr/>
        </p:nvSpPr>
        <p:spPr>
          <a:xfrm>
            <a:off x="9272016" y="4983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9272016" y="56875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keys, encrypted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locally. Observed centrally.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9052" y="2670048"/>
            <a:ext cx="768096" cy="7680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559052" y="267004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54787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+ hooks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91363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Guard, scan &amp; sample on every action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73552" y="306324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657600" y="23774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0852" y="2670048"/>
            <a:ext cx="768096" cy="7680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4530852" y="267004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94760" y="354787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telemetry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840480" y="391363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+ usage in .harness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45352" y="306324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629400" y="23774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02652" y="2670048"/>
            <a:ext cx="768096" cy="7680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7502652" y="267004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354787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12280" y="391363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transcripts, then pushed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217152" y="306324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01200" y="23774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16213B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74452" y="2670048"/>
            <a:ext cx="768096" cy="7680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Text 22"/>
          <p:cNvSpPr/>
          <p:nvPr/>
        </p:nvSpPr>
        <p:spPr>
          <a:xfrm>
            <a:off x="10474452" y="267004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738360" y="354787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Portal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784080" y="391363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incidents, budgets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" y="5074920"/>
            <a:ext cx="10789920" cy="640080"/>
          </a:xfrm>
          <a:prstGeom prst="roundRect">
            <a:avLst>
              <a:gd name="adj" fmla="val 14286"/>
            </a:avLst>
          </a:prstGeom>
          <a:solidFill>
            <a:srgbClr val="ECFDF9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0749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hooks are defense-in-depth; the true security boundary is enforced server-side at the gateway.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whether your code runs on a server or a laptop.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TEAMS TRUST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on honest, enforceable principles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211226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reference model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91056" y="242316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policy, runtime, evaluation, audit — a 7-layer model, not a bag of scripts.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92240" y="178308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66560" y="214884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34656" y="211226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Config, not hardcode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534656" y="242316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live in schema-validated YAML/JSON you can review and change without touching code.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16052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412394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by design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91056" y="443484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hash chain means the audit trail cannot be quietly rewritten.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379476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416052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34656" y="412394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false safety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34656" y="4434840"/>
            <a:ext cx="4169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6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label what a local hook can and cannot guarantee — and where server-side enforcement is required.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weakest layer sets the ceiling — so we make every layer count.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3291840"/>
            <a:ext cx="4937760" cy="4937760"/>
          </a:xfrm>
          <a:prstGeom prst="ellipse">
            <a:avLst/>
          </a:prstGeom>
          <a:solidFill>
            <a:srgbClr val="16213B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640080"/>
            <a:ext cx="1737360" cy="17373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64008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governing your AI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afternoon.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3611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standard-governance bundle into a project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16052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it to the Control Portal with one key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0916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4709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security, data and token metrics light up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Harness  ·  standard-governance v1.2.4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default  ·  Easy to adopt  ·  Fully observable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AI Harness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Dau Sy Manh</dc:creator>
  <cp:lastModifiedBy>Dau Sy Manh</cp:lastModifiedBy>
  <cp:revision>1</cp:revision>
  <dcterms:created xsi:type="dcterms:W3CDTF">2026-07-18T04:57:08Z</dcterms:created>
  <dcterms:modified xsi:type="dcterms:W3CDTF">2026-07-18T04:57:08Z</dcterms:modified>
</cp:coreProperties>
</file>